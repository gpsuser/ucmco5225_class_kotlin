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Table of Contents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Learning Outcomes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Introduction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Preferences Framework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Preference Types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Grouping and Nesting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XML Example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Preference Entry Attributes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Why Keys Matter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5-Step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15: Step 1 + Step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16: Step 3 — SettingsActivity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17: Steps 4 &amp; 5 — Manifest &amp; Launch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19: Getting SharedPreferences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20: Reading Values by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21: Writing Programmatically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23: OnSharedPreferenceChangeListener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24: Weak References Warning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25: Registering &amp; Unregistering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27: Approach 1 — Read by Key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28: Approach 2 — findPreference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29: Data Flow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Preferences</dc:title>
  <dc:subject>PptxGenJS Presentation</dc:subject>
  <dc:creator>Created by Marp</dc:creator>
  <cp:lastModifiedBy>Created by Marp</cp:lastModifiedBy>
  <cp:revision>1</cp:revision>
  <dcterms:created xsi:type="dcterms:W3CDTF">2026-03-20T11:22:23Z</dcterms:created>
  <dcterms:modified xsi:type="dcterms:W3CDTF">2026-03-20T11:22:23Z</dcterms:modified>
</cp:coreProperties>
</file>